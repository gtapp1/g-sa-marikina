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590C"/>
                </a:solidFill>
                <a:latin typeface="Sora"/>
              </a:rPr>
              <a:t>HACKATHON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 i="0">
                <a:solidFill>
                  <a:srgbClr val="1A0A00"/>
                </a:solidFill>
                <a:latin typeface="Sora"/>
              </a:rPr>
              <a:t>G! sa Marikina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6B3A2A"/>
                </a:solidFill>
                <a:latin typeface="Sora"/>
              </a:rPr>
              <a:t>Every food spot in your city. One tap away.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3A2A"/>
                </a:solidFill>
                <a:latin typeface="Sora"/>
              </a:rPr>
              <a:t>A hyperlocal food discovery platform for Marikina City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590C"/>
                </a:solidFill>
                <a:latin typeface="Sora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A0A00"/>
                </a:solidFill>
                <a:latin typeface="Sora"/>
              </a:rPr>
              <a:t>Small food businesses can't get</a:t>
            </a:r>
          </a:p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A0A00"/>
                </a:solidFill>
                <a:latin typeface="Sora"/>
              </a:rPr>
              <a:t>found online.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1206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0A00"/>
                </a:solidFill>
                <a:latin typeface="Sora"/>
              </a:rPr>
              <a:t>"Selling Ube Crinkles, DM to order!"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3A2A"/>
                </a:solidFill>
                <a:latin typeface="Sora"/>
              </a:rPr>
              <a:t>posted 47 times across 12 Facebook groups this week.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3A2A"/>
                </a:solidFill>
                <a:latin typeface="Sora"/>
              </a:rPr>
              <a:t>Buried within hours. Every single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0312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0A00"/>
                </a:solidFill>
                <a:latin typeface="Sora"/>
              </a:rPr>
              <a:t>What businesses do today: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6B3A2A"/>
                </a:solidFill>
                <a:latin typeface="Sora"/>
              </a:rPr>
              <a:t>•  Repost to Facebook groups daily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6B3A2A"/>
                </a:solidFill>
                <a:latin typeface="Sora"/>
              </a:rPr>
              <a:t>•  Posts buried within 2-3 hours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6B3A2A"/>
                </a:solidFill>
                <a:latin typeface="Sora"/>
              </a:rPr>
              <a:t>•  No permanent link to share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6B3A2A"/>
                </a:solidFill>
                <a:latin typeface="Sora"/>
              </a:rPr>
              <a:t>•  Invisible to new customers searching online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6B3A2A"/>
                </a:solidFill>
                <a:latin typeface="Sora"/>
              </a:rPr>
              <a:t>•  No way to collect reviews or build 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1">
                <a:solidFill>
                  <a:srgbClr val="C4320A"/>
                </a:solidFill>
                <a:latin typeface="Sora"/>
              </a:rPr>
              <a:t>16 barangays. Hundreds of small food businesses. Zero with a permanent, discoverable URL.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590C"/>
                </a:solidFill>
                <a:latin typeface="Sora"/>
              </a:rPr>
              <a:t>TWO SIDES OF THE SAME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A0A00"/>
                </a:solidFill>
                <a:latin typeface="Sora"/>
              </a:rPr>
              <a:t>Both sides are stuck.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120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A0A00"/>
                </a:solidFill>
                <a:latin typeface="Sora"/>
              </a:rPr>
              <a:t>The Business Owner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6B3A2A"/>
                </a:solidFill>
                <a:latin typeface="Sora"/>
              </a:rPr>
              <a:t>•  Reposts to groups every single day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6B3A2A"/>
                </a:solidFill>
                <a:latin typeface="Sora"/>
              </a:rPr>
              <a:t>•  No website, no search presence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6B3A2A"/>
                </a:solidFill>
                <a:latin typeface="Sora"/>
              </a:rPr>
              <a:t>•  Can't build trust with reviews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6B3A2A"/>
                </a:solidFill>
                <a:latin typeface="Sora"/>
              </a:rPr>
              <a:t>•  Loses customers to competitors with more reach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6B3A2A"/>
                </a:solidFill>
                <a:latin typeface="Sora"/>
              </a:rPr>
              <a:t>•  Spends time marketing instead of cooking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21208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057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A0A00"/>
                </a:solidFill>
                <a:latin typeface="Sora"/>
              </a:rPr>
              <a:t>The Hungry Resident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0604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6B3A2A"/>
                </a:solidFill>
                <a:latin typeface="Sora"/>
              </a:rPr>
              <a:t>•  Scrolls hundreds of Facebook posts for food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6B3A2A"/>
                </a:solidFill>
                <a:latin typeface="Sora"/>
              </a:rPr>
              <a:t>•  Can't filter by location or category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6B3A2A"/>
                </a:solidFill>
                <a:latin typeface="Sora"/>
              </a:rPr>
              <a:t>•  No reviews to verify quality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6B3A2A"/>
                </a:solidFill>
                <a:latin typeface="Sora"/>
              </a:rPr>
              <a:t>•  Misses great spots two streets away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6B3A2A"/>
                </a:solidFill>
                <a:latin typeface="Sora"/>
              </a:rPr>
              <a:t>•  Relies on word-of-mouth or luck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128016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590C"/>
                </a:solidFill>
                <a:latin typeface="Sora"/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183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 i="0">
                <a:solidFill>
                  <a:srgbClr val="1A0A00"/>
                </a:solidFill>
                <a:latin typeface="Sora"/>
              </a:rPr>
              <a:t>What if every food spot had one URL?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17520"/>
            <a:ext cx="8503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6B3A2A"/>
                </a:solidFill>
                <a:latin typeface="Sora"/>
              </a:rPr>
              <a:t>Photos. Menu. Map. Reviews. Contact.</a:t>
            </a:r>
          </a:p>
          <a:p>
            <a:pPr algn="ctr">
              <a:lnSpc>
                <a:spcPct val="115000"/>
              </a:lnSpc>
            </a:pPr>
            <a:r>
              <a:rPr sz="1700" b="0" i="0">
                <a:solidFill>
                  <a:srgbClr val="6B3A2A"/>
                </a:solidFill>
                <a:latin typeface="Sora"/>
              </a:rPr>
              <a:t>All in one permanent, shareable page.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97680"/>
            <a:ext cx="8503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A0A00"/>
                </a:solidFill>
                <a:latin typeface="Sora"/>
              </a:rPr>
              <a:t>Not another delivery app.</a:t>
            </a:r>
          </a:p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A0A00"/>
                </a:solidFill>
                <a:latin typeface="Sora"/>
              </a:rPr>
              <a:t>A food directory for one city.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590C"/>
                </a:solidFill>
                <a:latin typeface="Sora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A0A00"/>
                </a:solidFill>
                <a:latin typeface="Sora"/>
              </a:rPr>
              <a:t>G! sa Marikina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B3A2A"/>
                </a:solidFill>
                <a:latin typeface="Sora"/>
              </a:rPr>
              <a:t>A local food directory built for one city.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2120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0A00"/>
                </a:solidFill>
                <a:latin typeface="Sora"/>
              </a:rPr>
              <a:t>Browse &amp; 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3A2A"/>
                </a:solidFill>
                <a:latin typeface="Sora"/>
              </a:rPr>
              <a:t>Categories, barangay filter, map view, curated collections (Top Rated, Hidden Gems, Just Added)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2120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33172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0A00"/>
                </a:solidFill>
                <a:latin typeface="Sora"/>
              </a:rPr>
              <a:t>Trust Through Reviews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80360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3A2A"/>
                </a:solidFill>
                <a:latin typeface="Sora"/>
              </a:rPr>
              <a:t>Real residents leave real ratings — reputation built over time, not one buried post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14800"/>
            <a:ext cx="52120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0A00"/>
                </a:solidFill>
                <a:latin typeface="Sora"/>
              </a:rPr>
              <a:t>One URL Per Business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3A2A"/>
                </a:solidFill>
                <a:latin typeface="Sora"/>
              </a:rPr>
              <a:t>Photos, menu with prices, map pin, phone &amp; Facebook contact, share button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114800"/>
            <a:ext cx="52120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3434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0A00"/>
                </a:solidFill>
                <a:latin typeface="Sora"/>
              </a:rPr>
              <a:t>Owner Submission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892040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3A2A"/>
                </a:solidFill>
                <a:latin typeface="Sora"/>
              </a:rPr>
              <a:t>Submit a spot in 2 minutes. Get listed. Get found. Stop reposting.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590C"/>
                </a:solidFill>
                <a:latin typeface="Sora"/>
              </a:rPr>
              <a:t>STANDOUT FEATURE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A0A00"/>
                </a:solidFill>
                <a:latin typeface="Sora"/>
              </a:rPr>
              <a:t>Barangay Polygon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217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0A00"/>
                </a:solidFill>
                <a:latin typeface="Sora"/>
              </a:rPr>
              <a:t>Click a barangay. See its real boundaries light up.</a:t>
            </a:r>
          </a:p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0A00"/>
                </a:solidFill>
                <a:latin typeface="Sora"/>
              </a:rPr>
              <a:t>Only food spots inside appear.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0A00"/>
                </a:solidFill>
                <a:latin typeface="Sora"/>
              </a:rPr>
              <a:t>How it works: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5760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6B3A2A"/>
                </a:solidFill>
                <a:latin typeface="Sora"/>
              </a:rPr>
              <a:t>•  Real GeoJSON boundary polygons sourced from OpenStreetMap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6B3A2A"/>
                </a:solidFill>
                <a:latin typeface="Sora"/>
              </a:rPr>
              <a:t>•  Orange fill + outline animates on selection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6B3A2A"/>
                </a:solidFill>
                <a:latin typeface="Sora"/>
              </a:rPr>
              <a:t>•  Camera flies to fit the boundary (MapLibre fitBounds)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6B3A2A"/>
                </a:solidFill>
                <a:latin typeface="Sora"/>
              </a:rPr>
              <a:t>•  Pins outside the boundary disappear — clean, focused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6B3A2A"/>
                </a:solidFill>
                <a:latin typeface="Sora"/>
              </a:rPr>
              <a:t>•  Powered by MapLibre GL + OSM — free, no API key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120640"/>
            <a:ext cx="5760720" cy="118872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5212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4320A"/>
                </a:solidFill>
                <a:latin typeface="Sora"/>
              </a:rPr>
              <a:t>Demo moment: Click "Sta. Elena" → map zooms → Tea Kayo and Aling Beb's appear.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4320A"/>
                </a:solidFill>
                <a:latin typeface="Sora"/>
              </a:rPr>
              <a:t>Geographic intelligence in one click.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377440"/>
            <a:ext cx="4754880" cy="3931920"/>
          </a:xfrm>
          <a:prstGeom prst="roundRect">
            <a:avLst>
              <a:gd name="adj" fmla="val 8000"/>
            </a:avLst>
          </a:prstGeom>
          <a:solidFill>
            <a:srgbClr val="ECECEC"/>
          </a:solidFill>
          <a:ln w="12700">
            <a:solidFill>
              <a:srgbClr val="F0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420624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B3A2A"/>
                </a:solidFill>
                <a:latin typeface="Sora"/>
              </a:rPr>
              <a:t>[ Live map demo — screenshot here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590C"/>
                </a:solidFill>
                <a:latin typeface="Sora"/>
              </a:rPr>
              <a:t>STANDOUT FEATURE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A0A00"/>
                </a:solidFill>
                <a:latin typeface="Sora"/>
              </a:rPr>
              <a:t>AI Food Concierge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0A00"/>
                </a:solidFill>
                <a:latin typeface="Sora"/>
              </a:rPr>
              <a:t>Ask in Taglish. Get real answers about real food spots.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0A00"/>
                </a:solidFill>
                <a:latin typeface="Sora"/>
              </a:rPr>
              <a:t>What makes it different: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6B3A2A"/>
                </a:solidFill>
                <a:latin typeface="Sora"/>
              </a:rPr>
              <a:t>•  Speaks Tagalog, English, or Taglish natively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6B3A2A"/>
                </a:solidFill>
                <a:latin typeface="Sora"/>
              </a:rPr>
              <a:t>•  Only references real listings on the platform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6B3A2A"/>
                </a:solidFill>
                <a:latin typeface="Sora"/>
              </a:rPr>
              <a:t>•  Includes prices, locations, and direct links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6B3A2A"/>
                </a:solidFill>
                <a:latin typeface="Sora"/>
              </a:rPr>
              <a:t>•  Never invents or hallucinates a business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50">
                <a:solidFill>
                  <a:srgbClr val="6B3A2A"/>
                </a:solidFill>
                <a:latin typeface="Sora"/>
              </a:rPr>
              <a:t>•  Powered by Gemini 2.5 Flash, streamed responses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3A2A"/>
                </a:solidFill>
                <a:latin typeface="Sora"/>
              </a:rPr>
              <a:t>"This isn't ChatGPT with a food skin.</a:t>
            </a:r>
          </a:p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3A2A"/>
                </a:solidFill>
                <a:latin typeface="Sora"/>
              </a:rPr>
              <a:t>G! only knows what's real."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645920"/>
            <a:ext cx="475488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82880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590C"/>
                </a:solidFill>
                <a:latin typeface="Sora"/>
              </a:rPr>
              <a:t>G! Food Concierge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2377440"/>
            <a:ext cx="3291840" cy="548640"/>
          </a:xfrm>
          <a:prstGeom prst="roundRect">
            <a:avLst>
              <a:gd name="adj" fmla="val 8000"/>
            </a:avLst>
          </a:prstGeom>
          <a:solidFill>
            <a:srgbClr val="E8590C"/>
          </a:solidFill>
          <a:ln w="12700">
            <a:solidFill>
              <a:srgbClr val="F0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487168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Sora"/>
              </a:rPr>
              <a:t>Saan may masarap na milk tea?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3063240"/>
            <a:ext cx="3931920" cy="1188720"/>
          </a:xfrm>
          <a:prstGeom prst="roundRect">
            <a:avLst>
              <a:gd name="adj" fmla="val 8000"/>
            </a:avLst>
          </a:prstGeom>
          <a:solidFill>
            <a:srgbClr val="F5F0EB"/>
          </a:solidFill>
          <a:ln w="12700">
            <a:solidFill>
              <a:srgbClr val="F0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3154680"/>
            <a:ext cx="36576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A0A00"/>
                </a:solidFill>
                <a:latin typeface="Sora"/>
              </a:rPr>
              <a:t>Try Tea Kayo Milktea in Sta. Elena! Real tea leaves, not powder. Brown Sugar Fresh Milk is a local favorite at ₱99. /tea-kayo-milktea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4389120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E8590C"/>
          </a:solidFill>
          <a:ln w="12700">
            <a:solidFill>
              <a:srgbClr val="F0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80" y="4498848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Sora"/>
              </a:rPr>
              <a:t>Meron bang mura sa Industrial Valley?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5166360"/>
            <a:ext cx="3931920" cy="1051560"/>
          </a:xfrm>
          <a:prstGeom prst="roundRect">
            <a:avLst>
              <a:gd name="adj" fmla="val 8000"/>
            </a:avLst>
          </a:prstGeom>
          <a:solidFill>
            <a:srgbClr val="F5F0EB"/>
          </a:solidFill>
          <a:ln w="12700">
            <a:solidFill>
              <a:srgbClr val="F0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525780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A0A00"/>
                </a:solidFill>
                <a:latin typeface="Sora"/>
              </a:rPr>
              <a:t>Nanay Lita's Karinderya — rice + ulam starts at ₱60. Home-cooked sinigang, adobo, kare-kare. /nanay-litas-karinderya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590C"/>
                </a:solidFill>
                <a:latin typeface="Sora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0A00"/>
                </a:solidFill>
                <a:latin typeface="Sora"/>
              </a:rPr>
              <a:t>Built lean. Ships fast.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3A2A"/>
                </a:solidFill>
                <a:latin typeface="Sora"/>
              </a:rPr>
              <a:t>Solo developer. All free-tier or open-source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B3A2A"/>
                </a:solidFill>
                <a:latin typeface="Sora"/>
              </a:rPr>
              <a:t>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0A00"/>
                </a:solidFill>
                <a:latin typeface="Sora"/>
              </a:rPr>
              <a:t>Next.js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2103120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21284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B3A2A"/>
                </a:solidFill>
                <a:latin typeface="Sora"/>
              </a:rPr>
              <a:t>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56032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0A00"/>
                </a:solidFill>
                <a:latin typeface="Sora"/>
              </a:rPr>
              <a:t>TypeScript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103120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21284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B3A2A"/>
                </a:solidFill>
                <a:latin typeface="Sora"/>
              </a:rPr>
              <a:t>STYLING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56032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0A00"/>
                </a:solidFill>
                <a:latin typeface="Sora"/>
              </a:rPr>
              <a:t>Tailwind v4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91840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0156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B3A2A"/>
                </a:solidFill>
                <a:latin typeface="Sora"/>
              </a:rPr>
              <a:t>MAPS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490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0A00"/>
                </a:solidFill>
                <a:latin typeface="Sora"/>
              </a:rPr>
              <a:t>MapLibre GL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3291840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340156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B3A2A"/>
                </a:solidFill>
                <a:latin typeface="Sora"/>
              </a:rP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7490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0A00"/>
                </a:solidFill>
                <a:latin typeface="Sora"/>
              </a:rPr>
              <a:t>Supabase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3291840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340156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B3A2A"/>
                </a:solidFill>
                <a:latin typeface="Sora"/>
              </a:rPr>
              <a:t>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7490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0A00"/>
                </a:solidFill>
                <a:latin typeface="Sora"/>
              </a:rPr>
              <a:t>Clerk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80560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59028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B3A2A"/>
                </a:solidFill>
                <a:latin typeface="Sora"/>
              </a:rPr>
              <a:t>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9377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0A00"/>
                </a:solidFill>
                <a:latin typeface="Sora"/>
              </a:rPr>
              <a:t>Drizzle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4480560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459028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B3A2A"/>
                </a:solidFill>
                <a:latin typeface="Sora"/>
              </a:rPr>
              <a:t>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9377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0A00"/>
                </a:solidFill>
                <a:latin typeface="Sora"/>
              </a:rPr>
              <a:t>Gemini 2.5 Flash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4480560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459028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B3A2A"/>
                </a:solidFill>
                <a:latin typeface="Sora"/>
              </a:rPr>
              <a:t>DEPLOY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9377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0A00"/>
                </a:solidFill>
                <a:latin typeface="Sora"/>
              </a:rPr>
              <a:t>Vercel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0350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8590C"/>
                </a:solidFill>
                <a:latin typeface="Sora"/>
              </a:rPr>
              <a:t>Total running cost at demo scale: $0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590C"/>
                </a:solidFill>
                <a:latin typeface="Sora"/>
              </a:rPr>
              <a:t>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0A00"/>
                </a:solidFill>
                <a:latin typeface="Sora"/>
              </a:rPr>
              <a:t>It's a flywheel, not a hack.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167" y="1920240"/>
            <a:ext cx="237744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1A0A00"/>
                </a:solidFill>
                <a:latin typeface="Sora"/>
              </a:rPr>
              <a:t>Business
submits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2607" y="1920240"/>
            <a:ext cx="457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E8590C"/>
                </a:solidFill>
                <a:latin typeface="Sora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9807" y="1920240"/>
            <a:ext cx="237744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1A0A00"/>
                </a:solidFill>
                <a:latin typeface="Sora"/>
              </a:rPr>
              <a:t>Curator
approves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247" y="1920240"/>
            <a:ext cx="457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E8590C"/>
                </a:solidFill>
                <a:latin typeface="Sora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1920240"/>
            <a:ext cx="237744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1A0A00"/>
                </a:solidFill>
                <a:latin typeface="Sora"/>
              </a:rPr>
              <a:t>Listed on
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1887" y="1920240"/>
            <a:ext cx="457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E8590C"/>
                </a:solidFill>
                <a:latin typeface="Sora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59087" y="1920240"/>
            <a:ext cx="237744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1A0A00"/>
                </a:solidFill>
                <a:latin typeface="Sora"/>
              </a:rPr>
              <a:t>Residents
discover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5167" y="2834640"/>
            <a:ext cx="237744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1A0A00"/>
                </a:solidFill>
                <a:latin typeface="Sora"/>
              </a:rPr>
              <a:t>Leave
reviews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2607" y="2834640"/>
            <a:ext cx="457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E8590C"/>
                </a:solidFill>
                <a:latin typeface="Sora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9807" y="2834640"/>
            <a:ext cx="237744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1A0A00"/>
                </a:solidFill>
                <a:latin typeface="Sora"/>
              </a:rPr>
              <a:t>Business
grows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7247" y="2834640"/>
            <a:ext cx="457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E8590C"/>
                </a:solidFill>
                <a:latin typeface="Sora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4447" y="2834640"/>
            <a:ext cx="237744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1A0A00"/>
                </a:solidFill>
                <a:latin typeface="Sora"/>
              </a:rPr>
              <a:t>More businesses
join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1887" y="2834640"/>
            <a:ext cx="457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E8590C"/>
                </a:solidFill>
                <a:latin typeface="Sora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9087" y="2834640"/>
            <a:ext cx="237744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1A0A00"/>
                </a:solidFill>
                <a:latin typeface="Sora"/>
              </a:rPr>
              <a:t>Platform gets
richer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114800"/>
            <a:ext cx="4389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429768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B3A2A"/>
                </a:solidFill>
                <a:latin typeface="Sora"/>
              </a:rPr>
              <a:t>Three roles, one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754880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0A00"/>
                </a:solidFill>
                <a:latin typeface="Sora"/>
              </a:rPr>
              <a:t>Consumer · Business Owner · Curator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114800"/>
            <a:ext cx="4389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297680"/>
            <a:ext cx="3840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B3A2A"/>
                </a:solidFill>
                <a:latin typeface="Sora"/>
              </a:rPr>
              <a:t>More listings = more discovery = more trust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89204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A0A00"/>
                </a:solidFill>
                <a:latin typeface="Sora"/>
              </a:rPr>
              <a:t>Self-reinforcing growth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Sora"/>
              </a:rPr>
              <a:t>Let me show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E8C7B0"/>
                </a:solidFill>
                <a:latin typeface="Sora"/>
              </a:rPr>
              <a:t>Live demo 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590C"/>
                </a:solidFill>
                <a:latin typeface="Sora"/>
              </a:rPr>
              <a:t>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0A00"/>
                </a:solidFill>
                <a:latin typeface="Sora"/>
              </a:rPr>
              <a:t>One city today. Any city tomorrow.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E8590C"/>
                </a:solidFill>
                <a:latin typeface="Sora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3A2A"/>
                </a:solidFill>
                <a:latin typeface="Sora"/>
              </a:rPr>
              <a:t>listings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E8590C"/>
                </a:solidFill>
                <a:latin typeface="Sora"/>
              </a:rPr>
              <a:t>30+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30175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3A2A"/>
                </a:solidFill>
                <a:latin typeface="Sora"/>
              </a:rPr>
              <a:t>real spots next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10312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E8590C"/>
                </a:solidFill>
                <a:latin typeface="Sora"/>
              </a:rPr>
              <a:t>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0175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3A2A"/>
                </a:solidFill>
                <a:latin typeface="Sora"/>
              </a:rPr>
              <a:t>any city can fork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8600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8590C"/>
                </a:solidFill>
                <a:latin typeface="Sora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28600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8590C"/>
                </a:solidFill>
                <a:latin typeface="Sora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14800"/>
            <a:ext cx="10515600" cy="18288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859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38912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0A00"/>
                </a:solidFill>
                <a:latin typeface="Sora"/>
              </a:rPr>
              <a:t>The architecture is city-agnostic. Swap the GeoJSON, seed new data, and launch: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029200"/>
            <a:ext cx="9784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8590C"/>
                </a:solidFill>
                <a:latin typeface="Sora"/>
              </a:rPr>
              <a:t>G! sa Antipolo · G! sa Pasig · G! sa Cainta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A0A00"/>
                </a:solidFill>
                <a:latin typeface="Sora"/>
              </a:rPr>
              <a:t>Nanay Lita has been cooking sinigang</a:t>
            </a:r>
          </a:p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1A0A00"/>
                </a:solidFill>
                <a:latin typeface="Sora"/>
              </a:rPr>
              <a:t>in Industrial Valley for 15 years.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0"/>
            <a:ext cx="8686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6B3A2A"/>
                </a:solidFill>
                <a:latin typeface="Sora"/>
              </a:rPr>
              <a:t>She has no website. No Instagram. No Grab listing.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6B3A2A"/>
                </a:solidFill>
                <a:latin typeface="Sora"/>
              </a:rPr>
              <a:t>She has a karinderya, a loyal neighborhood, and food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6B3A2A"/>
                </a:solidFill>
                <a:latin typeface="Sora"/>
              </a:rPr>
              <a:t>that tastes like your lola made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93776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8590C"/>
                </a:solidFill>
                <a:latin typeface="Sora"/>
              </a:rPr>
              <a:t>Now she has a URL.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Sora"/>
              </a:rPr>
              <a:t>G! sa Marikina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38328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Sora"/>
              </a:rPr>
              <a:t>Visibility for the invisible food economy.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FFE8D6"/>
                </a:solidFill>
                <a:latin typeface="Sora"/>
              </a:rPr>
              <a:t>Next.js · Supabase · MapLibre · Gemini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ora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